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peer-to-peer campus resale marketplace built on Java Servlets, demonstrating cookies vs sessions, JDBC persistence, and UPI/net-banking checkout.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accounts: asha@campus.edu / rahul@campus.edu / neha@campus.edu, password 'password'. Start the app with run.cmd, open http://localhost:8080/.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-54864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24471F"/>
                </a:solidFill>
              </a:rPr>
              <a:t>♻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2  ·  WEB TECHNOLOGIES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Campus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Resale, Cart &amp; Payments  —  buy and sell within campus, safely.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623060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09160"/>
            <a:ext cx="1623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Servlets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54580" y="470916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54580" y="47091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&amp; Sessions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86300" y="4709160"/>
            <a:ext cx="676656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6300" y="4709160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45836" y="4709160"/>
            <a:ext cx="1307592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5836" y="4709160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H2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______________________     ·     Roll no: 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resale is booming — but the tools are clunky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♻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economy is here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Thrift, refurbished gadgets and campus swap markets are among the fastest-growing e-commerce categories going into 2026.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67784" y="187452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9264" y="2286000"/>
            <a:ext cx="868680" cy="8686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9264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📚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333756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hostel has the need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397764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Textbooks, calculators, lamps and furniture change hands every semester — usually over scattered WhatsApp groups.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86928" y="187452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8408" y="2286000"/>
            <a:ext cx="868680" cy="8686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8408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🚶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552688" y="333756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Guests get blocked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52688" y="397764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marketplaces force you to sign up before you can even look. People leave before they browse.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a campus-specific marketplace that lets you browse as a guest and pay using UPI or net banking.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SELLING POINT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as a guest, keep your cart when you sign in,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check out with UPI or net banking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where reusing stuff earns you rewards.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3453384" cy="2423160"/>
          </a:xfrm>
          <a:prstGeom prst="roundRect">
            <a:avLst>
              <a:gd name="adj" fmla="val 4528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931920"/>
            <a:ext cx="777240" cy="77724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31A"/>
                </a:solidFill>
              </a:rPr>
              <a:t>🍪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4632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 → session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303520"/>
            <a:ext cx="2721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follows you from guest to logged-in — nothing lost.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7784" y="3611880"/>
            <a:ext cx="3453384" cy="2423160"/>
          </a:xfrm>
          <a:prstGeom prst="roundRect">
            <a:avLst>
              <a:gd name="adj" fmla="val 4528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3544" y="3931920"/>
            <a:ext cx="777240" cy="77724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3544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31A"/>
                </a:solidFill>
              </a:rPr>
              <a:t>💳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484632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choice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5303520"/>
            <a:ext cx="2721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select UPI or net banking at checkout.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6928" y="3611880"/>
            <a:ext cx="3453384" cy="2423160"/>
          </a:xfrm>
          <a:prstGeom prst="roundRect">
            <a:avLst>
              <a:gd name="adj" fmla="val 4528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2688" y="3931920"/>
            <a:ext cx="777240" cy="77724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52688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31A"/>
                </a:solidFill>
              </a:rPr>
              <a:t>🌱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552688" y="484632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rewards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52688" y="5303520"/>
            <a:ext cx="2721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you rehome earns sustainability points.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📦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10312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60604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remove a resale listing with category, price and condition.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7356" y="178308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3116" y="219456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3116" y="21945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🔍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877556" y="210312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Search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877556" y="260604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text, category and max price. Open to guests, with a cookie-based “recently viewed” strip.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4340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343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🛒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25196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Payments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475488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cart with UPI and net-banking payment references.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7356" y="393192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3116" y="434340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43116" y="4343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📜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7877556" y="425196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877556" y="475488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buyer (purchases) and seller (sales) views of every deal.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FEATURES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ours goes further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🍪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379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cart → account migration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837944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without logging in (saved in a cookie); the moment you sign in they move into your session. The exact cookies-vs-sessions concept, shown as a real benefit.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798064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3405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digital checkout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734056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confirmed UPI or net-banking checkout claims the item; competing buyers are waitlisted.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94176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🌱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6301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points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630168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rehomed item earns green points on your profile — a unique hook tied to the circular-economy theme.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590288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🛡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262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trust and protected contact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4526280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membership date, sales and ratings before checkout; release email and phone only to the completed buyer.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486400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🔒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42239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security touches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5422392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PBKDF2 password hashing, PreparedStatements, CSRF tokens, server-side validation and session invalidation.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vs. Sessions — done 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846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77240" cy="7772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🍪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 ·  the guest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461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cart  (guest_cart)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Recently-viewed items  (recently_viewed)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browser — works with no login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across visits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793992" y="1920240"/>
            <a:ext cx="4846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59752" y="224028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59752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🔐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 ·  the member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32461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Logged-in identity  (HttpSession)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in DB, keyed by session id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and stock control — trusted, server-side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on logout via session.invalidate()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532120" y="3429000"/>
            <a:ext cx="1124712" cy="640080"/>
          </a:xfrm>
          <a:prstGeom prst="rightArrow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5780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login the cookie cart is merged into the session cart and the cookie is deleted — the visitor never loses their basket.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MVC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514600"/>
            <a:ext cx="914400" cy="91440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JSTL views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UI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64180" y="3136392"/>
            <a:ext cx="512064" cy="402336"/>
          </a:xfrm>
          <a:prstGeom prst="rightArrow">
            <a:avLst/>
          </a:prstGeom>
          <a:solidFill>
            <a:srgbClr val="6FA663"/>
          </a:solidFill>
          <a:ln/>
        </p:spPr>
      </p:sp>
      <p:sp>
        <p:nvSpPr>
          <p:cNvPr id="10" name="Shape 8"/>
          <p:cNvSpPr/>
          <p:nvPr/>
        </p:nvSpPr>
        <p:spPr>
          <a:xfrm>
            <a:off x="3422904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0144" y="2514600"/>
            <a:ext cx="914400" cy="91440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0144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⚙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22904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Servlets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422904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@WebServlet + Filter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38444" y="3136392"/>
            <a:ext cx="512064" cy="402336"/>
          </a:xfrm>
          <a:prstGeom prst="rightArrow">
            <a:avLst/>
          </a:prstGeom>
          <a:solidFill>
            <a:srgbClr val="6FA663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7168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74408" y="2514600"/>
            <a:ext cx="914400" cy="91440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74408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🔌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97168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/ DAO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297168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JDBC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12708" y="3136392"/>
            <a:ext cx="512064" cy="402336"/>
          </a:xfrm>
          <a:prstGeom prst="rightArrow">
            <a:avLst/>
          </a:prstGeom>
          <a:solidFill>
            <a:srgbClr val="6FA663"/>
          </a:solidFill>
          <a:ln/>
        </p:spPr>
      </p:sp>
      <p:sp>
        <p:nvSpPr>
          <p:cNvPr id="22" name="Shape 20"/>
          <p:cNvSpPr/>
          <p:nvPr/>
        </p:nvSpPr>
        <p:spPr>
          <a:xfrm>
            <a:off x="9171432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48672" y="2514600"/>
            <a:ext cx="914400" cy="91440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48672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31A"/>
                </a:solidFill>
              </a:rPr>
              <a:t>🗄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(default)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MySQL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 left → right; every database call uses PreparedStatements. The same code runs on H2 or MySQL unchanged.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tables, fully related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(PBKDF2)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sustainability_points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01568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 → students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price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item_condition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(AVAILABLE/SOLD)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54496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54496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cart_items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→ listings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added_at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07424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07424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07424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buyer_id → students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→ listings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txn_date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has many listings and transactions; a listing has one seller and appears in carts and one sale.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list-to-purchase 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25856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as guest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74320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listings, add one to the cart — no login.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96596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7824" y="228600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7824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556504" y="225856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556504" y="274320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cart migrates into your account.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6928" y="196596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6968" y="228600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696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75648" y="225856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cart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75648" y="274320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UPI or net banking.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0624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417880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66344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and reference recorded.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7784" y="388620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7824" y="420624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87824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556504" y="417880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556504" y="466344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appears under “bought.”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6928" y="388620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6968" y="420624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6968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375648" y="417880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375648" y="466344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points increase after reuse.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vs. a typical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student project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45857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login before you can browse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placed” with no real payment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Login-only cart, lost if you leave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full Tomcat + MySQL install to run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passwords, string-built SQL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3076" y="187452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88836" y="21031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Campus Marketplace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88836" y="2697480"/>
            <a:ext cx="45857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guest browsing + guest cart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UPI/net-banking reference recorded with each order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migrates cookie → session on login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run; MySQL by one config 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+ PreparedStatements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7236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✔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71800"/>
            <a:ext cx="44028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working end-to-end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UPI/net banking + purchase terms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trust + protected pickup contact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moderation and waitlist alerts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23076" y="1874520"/>
            <a:ext cx="5317236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8836" y="2148840"/>
            <a:ext cx="640080" cy="64008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8883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11796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780276" y="2971800"/>
            <a:ext cx="44028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campus email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chat or meeting scheduler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image storage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payment gateway after merchant approval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731520" y="292608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F3F1B"/>
                </a:solidFill>
              </a:rPr>
              <a:t>♻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Campus Marketplace  —  Resale, Cart &amp; Payments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E9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 welcome.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github.com/______________/circular-campus-marketplace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 Campus Marketplace</dc:title>
  <dc:subject>PptxGenJS Presentation</dc:subject>
  <dc:creator>Circular Campus Marketplace</dc:creator>
  <cp:lastModifiedBy>Circular Campus Marketplace</cp:lastModifiedBy>
  <cp:revision>1</cp:revision>
  <dcterms:created xsi:type="dcterms:W3CDTF">2026-09-21T09:28:31Z</dcterms:created>
  <dcterms:modified xsi:type="dcterms:W3CDTF">2026-09-21T09:28:31Z</dcterms:modified>
</cp:coreProperties>
</file>